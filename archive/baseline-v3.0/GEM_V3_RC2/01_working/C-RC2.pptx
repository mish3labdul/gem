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from supplied vector kit, acceptance PENDING (VAL-02)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a:tblGrid>
                <a:gridCol w="2276288"/>
                <a:gridCol w="1655482"/>
                <a:gridCol w="1655482"/>
                <a:gridCol w="1655482"/>
                <a:gridCol w="1655482"/>
                <a:gridCol w="165548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a:tblGrid>
                <a:gridCol w="3799332"/>
                <a:gridCol w="2743962"/>
                <a:gridCol w="4010406"/>
              </a:tblGrid>
              <a:tr h="324892">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a:tblGrid>
                <a:gridCol w="3377184"/>
                <a:gridCol w="7176516"/>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a:tblGrid>
                <a:gridCol w="2321814"/>
                <a:gridCol w="2743962"/>
                <a:gridCol w="1688592"/>
                <a:gridCol w="379933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a:tblGrid>
                <a:gridCol w="2691765"/>
                <a:gridCol w="3289935"/>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a:tblGrid>
                <a:gridCol w="2532888"/>
                <a:gridCol w="2005203"/>
                <a:gridCol w="2005203"/>
                <a:gridCol w="2005203"/>
                <a:gridCol w="2005203"/>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2321814"/>
                <a:gridCol w="2743962"/>
                <a:gridCol w="2743962"/>
                <a:gridCol w="274396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a:tblGrid>
                <a:gridCol w="2955036"/>
                <a:gridCol w="3799332"/>
                <a:gridCol w="379933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none exists yet.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a:tblGrid>
                <a:gridCol w="738759"/>
                <a:gridCol w="1794129"/>
                <a:gridCol w="3799332"/>
                <a:gridCol w="4221480"/>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166110"/>
                <a:gridCol w="7387590"/>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a:tblGrid>
                <a:gridCol w="3060573"/>
                <a:gridCol w="2216277"/>
                <a:gridCol w="3060573"/>
                <a:gridCol w="2216277"/>
              </a:tblGrid>
              <a:tr h="330646">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