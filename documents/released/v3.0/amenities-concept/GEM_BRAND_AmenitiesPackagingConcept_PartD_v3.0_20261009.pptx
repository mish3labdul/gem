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pp.16, 23–30; Part C pp.3, 28–29. Chat cover composition retained. The fixed tagline is set on one line, correcting the chat line break. Original GEM artwork (supplied vector kit) replaces the proposed typed wordmark.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C pp.30, 73–74; Register AC19, AC20. A mockup register is provided with this package; other registers are not part of it. IDs are internal portfolio references, not SKUs or approved master IDs.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V3.0. Concept portfolio,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GEM 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3.0   /   09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/   09 OCTOBER 2026</a:t>
            </a:r>
          </a:p>
        </p:txBody>
      </p:sp>
      <p:pic>
        <p:nvPicPr>
          <p:cNvPr id="17" name="bottle" descr="Concept image: GEM shampoo bottle with a black pump and a dark label showing the GEM wordmark and the product name in English and Arabic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22" name="gem-black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3.0   CONCEPT PORTFOLIO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 descr="Concept image: four GEM amenity bottles (shampoo, conditioner, body wash, body lotion) on a stone bathroom counter beside a folded towel, a plant and a soap dish.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39" name="bottle" descr="Concept image: GEM shampoo bottle, dark label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 descr="Concept image: GEM conditioner bottle, dark label.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 descr="Concept image: GEM body wash bottle, dark label.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 descr="Concept image: GEM body lotion bottle, cream label.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 descr="Concept image: GEM hand wash bottle, cream label.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34" name="bottle" descr="Concept image: GEM shampoo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GEM logo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 descr="Concept image: GEM shampoo bottle on a sunlit stone ledge beside a folded white towe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lose-up of the shared pump cap and bottle shoulder.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34" name="bottle" descr="Concept image: GEM conditioner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GEM logo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 descr="Concept image: GEM conditioner bottle on a sunlit stone ledge beside a folded white towe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lose-up of the shared pump cap and bottle shoulder.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26" name="bottle" descr="Concept image: GEM body wash bottle, dark label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 descr="Concept image: GEM body wash bottle held in a black wall-mounted bracket on a stone wall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 descr="Concept image: GEM body wash refill container, white with a black cap and a dark label marked REFILL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 descr="Concept image: GEM body lotion bottle, cream label.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24" name="bottle" descr="Concept image: GEM hand wash bottle, cream label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Supplied vector kit; production master acceptance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 descr="Concept image: GEM hand wash bottle, cream label.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 descr="Concept image: GEM body wash bottle, dark label.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21" name="gem-black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17" name="box" descr="Concept image: open GEM amenities gift box holding five bottles (shampoo, conditioner, body wash, body lotion, hand wash), its lid showing the GEM wordmark and an Arabic collection nam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supplier dieline, once supplied and approved.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17" name="materials" descr="Concept image: stacked cream, black and tan card stocks with a blind-embossed ring on the cream sheet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17" name="finish" descr="Concept image: corner of a pale box with a debossed double ring on its lid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17" name="arrival" descr="Concept image: a cream GEM welcome card, a dark key sleeve and a key card on a stone surfac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pic>
        <p:nvPicPr>
          <p:cNvPr id="17" name="room" descr="Concept image: five GEM bottles (shampoo, conditioner, body wash, body lotion, hand wash) in a tray on a stone shelf beside a folded towel and a cream card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AUTHORIZED, CONCEPT SCOPE ONLY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AUTHORIZED, CONCEPT SCOPE ONLY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V3.0 CONCEPT PORTFOLIO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CONCEPT PORTFOLIO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3.0   CONCEPT PORTFOLIO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  CONCEPT PORTFOLIO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 first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V3.0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V3.0 CONCEPT PORTFOLIO   /   PRODUCTION RELEASE REMAINS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GEM 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3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V3.0</a:t>
            </a:r>
          </a:p>
        </p:txBody>
      </p:sp>
      <p:sp>
        <p:nvSpPr>
          <p:cNvPr id="5" name="V3.0 CONCEPT PORTFOLIO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V3.0 CONCEPT PORTFOLIO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